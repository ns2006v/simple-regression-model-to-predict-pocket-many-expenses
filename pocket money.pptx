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80" r:id="rId9"/>
    <p:sldId id="276" r:id="rId10"/>
    <p:sldId id="277" r:id="rId11"/>
    <p:sldId id="281" r:id="rId12"/>
    <p:sldId id="282" r:id="rId13"/>
    <p:sldId id="283" r:id="rId14"/>
    <p:sldId id="284" r:id="rId15"/>
    <p:sldId id="262" r:id="rId16"/>
    <p:sldId id="279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37C69-E48B-45A8-9494-5506A25A1403}" v="42" dt="2025-05-30T10:49:30.1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ka shri" userId="3f2070b797ea8ef6" providerId="LiveId" clId="{8F937C69-E48B-45A8-9494-5506A25A1403}"/>
    <pc:docChg chg="custSel addSld delSld modSld sldOrd">
      <pc:chgData name="neka shri" userId="3f2070b797ea8ef6" providerId="LiveId" clId="{8F937C69-E48B-45A8-9494-5506A25A1403}" dt="2025-05-30T10:51:22.280" v="344" actId="123"/>
      <pc:docMkLst>
        <pc:docMk/>
      </pc:docMkLst>
      <pc:sldChg chg="modSp mod">
        <pc:chgData name="neka shri" userId="3f2070b797ea8ef6" providerId="LiveId" clId="{8F937C69-E48B-45A8-9494-5506A25A1403}" dt="2025-05-30T10:35:18.656" v="159" actId="20577"/>
        <pc:sldMkLst>
          <pc:docMk/>
          <pc:sldMk cId="0" sldId="256"/>
        </pc:sldMkLst>
        <pc:spChg chg="mod">
          <ac:chgData name="neka shri" userId="3f2070b797ea8ef6" providerId="LiveId" clId="{8F937C69-E48B-45A8-9494-5506A25A1403}" dt="2025-05-30T10:35:18.656" v="159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neka shri" userId="3f2070b797ea8ef6" providerId="LiveId" clId="{8F937C69-E48B-45A8-9494-5506A25A1403}" dt="2025-05-30T10:39:39.251" v="248" actId="20577"/>
        <pc:sldMkLst>
          <pc:docMk/>
          <pc:sldMk cId="0" sldId="257"/>
        </pc:sldMkLst>
        <pc:spChg chg="mod">
          <ac:chgData name="neka shri" userId="3f2070b797ea8ef6" providerId="LiveId" clId="{8F937C69-E48B-45A8-9494-5506A25A1403}" dt="2025-05-30T10:39:39.251" v="24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eka shri" userId="3f2070b797ea8ef6" providerId="LiveId" clId="{8F937C69-E48B-45A8-9494-5506A25A1403}" dt="2025-05-30T10:50:21.091" v="339" actId="123"/>
        <pc:sldMkLst>
          <pc:docMk/>
          <pc:sldMk cId="0" sldId="258"/>
        </pc:sldMkLst>
        <pc:spChg chg="mod">
          <ac:chgData name="neka shri" userId="3f2070b797ea8ef6" providerId="LiveId" clId="{8F937C69-E48B-45A8-9494-5506A25A1403}" dt="2025-05-30T10:50:21.091" v="339" actId="123"/>
          <ac:spMkLst>
            <pc:docMk/>
            <pc:sldMk cId="0" sldId="258"/>
            <ac:spMk id="9" creationId="{40DA6ABB-CCFF-B442-4792-950381D187EA}"/>
          </ac:spMkLst>
        </pc:spChg>
        <pc:picChg chg="mod">
          <ac:chgData name="neka shri" userId="3f2070b797ea8ef6" providerId="LiveId" clId="{8F937C69-E48B-45A8-9494-5506A25A1403}" dt="2025-05-28T03:46:41.969" v="22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neka shri" userId="3f2070b797ea8ef6" providerId="LiveId" clId="{8F937C69-E48B-45A8-9494-5506A25A1403}" dt="2025-05-28T03:46:44.800" v="23" actId="1076"/>
          <ac:picMkLst>
            <pc:docMk/>
            <pc:sldMk cId="0" sldId="258"/>
            <ac:picMk id="8" creationId="{00000000-0000-0000-0000-000000000000}"/>
          </ac:picMkLst>
        </pc:picChg>
      </pc:sldChg>
      <pc:sldChg chg="addSp modSp mod">
        <pc:chgData name="neka shri" userId="3f2070b797ea8ef6" providerId="LiveId" clId="{8F937C69-E48B-45A8-9494-5506A25A1403}" dt="2025-05-30T10:50:01.555" v="338" actId="123"/>
        <pc:sldMkLst>
          <pc:docMk/>
          <pc:sldMk cId="0" sldId="259"/>
        </pc:sldMkLst>
        <pc:spChg chg="mod">
          <ac:chgData name="neka shri" userId="3f2070b797ea8ef6" providerId="LiveId" clId="{8F937C69-E48B-45A8-9494-5506A25A1403}" dt="2025-05-30T10:50:01.555" v="338" actId="123"/>
          <ac:spMkLst>
            <pc:docMk/>
            <pc:sldMk cId="0" sldId="259"/>
            <ac:spMk id="7" creationId="{BD648FD4-FAF5-CAFC-321D-156ECE64E862}"/>
          </ac:spMkLst>
        </pc:spChg>
      </pc:sldChg>
      <pc:sldChg chg="addSp delSp modSp mod">
        <pc:chgData name="neka shri" userId="3f2070b797ea8ef6" providerId="LiveId" clId="{8F937C69-E48B-45A8-9494-5506A25A1403}" dt="2025-05-30T10:40:39.829" v="290" actId="20577"/>
        <pc:sldMkLst>
          <pc:docMk/>
          <pc:sldMk cId="0" sldId="260"/>
        </pc:sldMkLst>
        <pc:spChg chg="mod">
          <ac:chgData name="neka shri" userId="3f2070b797ea8ef6" providerId="LiveId" clId="{8F937C69-E48B-45A8-9494-5506A25A1403}" dt="2025-05-30T10:40:39.829" v="290" actId="20577"/>
          <ac:spMkLst>
            <pc:docMk/>
            <pc:sldMk cId="0" sldId="260"/>
            <ac:spMk id="2" creationId="{00000000-0000-0000-0000-000000000000}"/>
          </ac:spMkLst>
        </pc:spChg>
        <pc:picChg chg="add mod">
          <ac:chgData name="neka shri" userId="3f2070b797ea8ef6" providerId="LiveId" clId="{8F937C69-E48B-45A8-9494-5506A25A1403}" dt="2025-05-28T03:50:52.181" v="26" actId="14100"/>
          <ac:picMkLst>
            <pc:docMk/>
            <pc:sldMk cId="0" sldId="260"/>
            <ac:picMk id="1026" creationId="{3DB4C9CC-F71E-9D97-8BA9-12A7C669E4E6}"/>
          </ac:picMkLst>
        </pc:picChg>
      </pc:sldChg>
      <pc:sldChg chg="modSp mod">
        <pc:chgData name="neka shri" userId="3f2070b797ea8ef6" providerId="LiveId" clId="{8F937C69-E48B-45A8-9494-5506A25A1403}" dt="2025-05-30T10:50:33.017" v="340" actId="123"/>
        <pc:sldMkLst>
          <pc:docMk/>
          <pc:sldMk cId="0" sldId="261"/>
        </pc:sldMkLst>
        <pc:spChg chg="mod">
          <ac:chgData name="neka shri" userId="3f2070b797ea8ef6" providerId="LiveId" clId="{8F937C69-E48B-45A8-9494-5506A25A1403}" dt="2025-05-30T10:50:33.017" v="340" actId="123"/>
          <ac:spMkLst>
            <pc:docMk/>
            <pc:sldMk cId="0" sldId="261"/>
            <ac:spMk id="6" creationId="{50D2E471-F363-B6F7-2C9D-30CBD727AB68}"/>
          </ac:spMkLst>
        </pc:spChg>
      </pc:sldChg>
      <pc:sldChg chg="addSp delSp modSp mod ord">
        <pc:chgData name="neka shri" userId="3f2070b797ea8ef6" providerId="LiveId" clId="{8F937C69-E48B-45A8-9494-5506A25A1403}" dt="2025-05-30T10:41:15.085" v="292"/>
        <pc:sldMkLst>
          <pc:docMk/>
          <pc:sldMk cId="0" sldId="262"/>
        </pc:sldMkLst>
        <pc:spChg chg="mod">
          <ac:chgData name="neka shri" userId="3f2070b797ea8ef6" providerId="LiveId" clId="{8F937C69-E48B-45A8-9494-5506A25A1403}" dt="2025-05-28T03:54:17.401" v="34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neka shri" userId="3f2070b797ea8ef6" providerId="LiveId" clId="{8F937C69-E48B-45A8-9494-5506A25A1403}" dt="2025-05-28T03:55:44.904" v="49" actId="123"/>
          <ac:spMkLst>
            <pc:docMk/>
            <pc:sldMk cId="0" sldId="262"/>
            <ac:spMk id="10" creationId="{76E5A4E0-DA14-2537-2E0B-D2FCF4C06003}"/>
          </ac:spMkLst>
        </pc:spChg>
      </pc:sldChg>
      <pc:sldChg chg="modSp del mod">
        <pc:chgData name="neka shri" userId="3f2070b797ea8ef6" providerId="LiveId" clId="{8F937C69-E48B-45A8-9494-5506A25A1403}" dt="2025-05-28T03:55:57.912" v="50" actId="47"/>
        <pc:sldMkLst>
          <pc:docMk/>
          <pc:sldMk cId="3027205704" sldId="273"/>
        </pc:sldMkLst>
      </pc:sldChg>
      <pc:sldChg chg="modSp mod">
        <pc:chgData name="neka shri" userId="3f2070b797ea8ef6" providerId="LiveId" clId="{8F937C69-E48B-45A8-9494-5506A25A1403}" dt="2025-05-30T10:50:53.579" v="342" actId="123"/>
        <pc:sldMkLst>
          <pc:docMk/>
          <pc:sldMk cId="774545948" sldId="276"/>
        </pc:sldMkLst>
        <pc:spChg chg="mod">
          <ac:chgData name="neka shri" userId="3f2070b797ea8ef6" providerId="LiveId" clId="{8F937C69-E48B-45A8-9494-5506A25A1403}" dt="2025-05-30T10:50:53.579" v="342" actId="123"/>
          <ac:spMkLst>
            <pc:docMk/>
            <pc:sldMk cId="774545948" sldId="276"/>
            <ac:spMk id="7" creationId="{4251ECB3-E166-4393-1DE7-CD47918E8FFA}"/>
          </ac:spMkLst>
        </pc:spChg>
      </pc:sldChg>
      <pc:sldChg chg="modSp mod">
        <pc:chgData name="neka shri" userId="3f2070b797ea8ef6" providerId="LiveId" clId="{8F937C69-E48B-45A8-9494-5506A25A1403}" dt="2025-05-30T10:51:03.140" v="343" actId="123"/>
        <pc:sldMkLst>
          <pc:docMk/>
          <pc:sldMk cId="211436721" sldId="277"/>
        </pc:sldMkLst>
        <pc:spChg chg="mod">
          <ac:chgData name="neka shri" userId="3f2070b797ea8ef6" providerId="LiveId" clId="{8F937C69-E48B-45A8-9494-5506A25A1403}" dt="2025-05-30T10:51:03.140" v="343" actId="123"/>
          <ac:spMkLst>
            <pc:docMk/>
            <pc:sldMk cId="211436721" sldId="277"/>
            <ac:spMk id="8" creationId="{4DD37717-27FC-5D23-0A2B-5610AE3555AF}"/>
          </ac:spMkLst>
        </pc:spChg>
      </pc:sldChg>
      <pc:sldChg chg="modSp mod">
        <pc:chgData name="neka shri" userId="3f2070b797ea8ef6" providerId="LiveId" clId="{8F937C69-E48B-45A8-9494-5506A25A1403}" dt="2025-05-30T10:50:40.297" v="341" actId="123"/>
        <pc:sldMkLst>
          <pc:docMk/>
          <pc:sldMk cId="238665097" sldId="278"/>
        </pc:sldMkLst>
        <pc:spChg chg="mod">
          <ac:chgData name="neka shri" userId="3f2070b797ea8ef6" providerId="LiveId" clId="{8F937C69-E48B-45A8-9494-5506A25A1403}" dt="2025-05-30T10:50:40.297" v="341" actId="123"/>
          <ac:spMkLst>
            <pc:docMk/>
            <pc:sldMk cId="238665097" sldId="278"/>
            <ac:spMk id="6" creationId="{2285A58D-1620-0140-AAB2-3FC757DB5FF8}"/>
          </ac:spMkLst>
        </pc:spChg>
      </pc:sldChg>
      <pc:sldChg chg="modSp mod">
        <pc:chgData name="neka shri" userId="3f2070b797ea8ef6" providerId="LiveId" clId="{8F937C69-E48B-45A8-9494-5506A25A1403}" dt="2025-05-30T10:51:22.280" v="344" actId="123"/>
        <pc:sldMkLst>
          <pc:docMk/>
          <pc:sldMk cId="1420829986" sldId="279"/>
        </pc:sldMkLst>
        <pc:spChg chg="mod">
          <ac:chgData name="neka shri" userId="3f2070b797ea8ef6" providerId="LiveId" clId="{8F937C69-E48B-45A8-9494-5506A25A1403}" dt="2025-05-30T10:51:22.280" v="344" actId="123"/>
          <ac:spMkLst>
            <pc:docMk/>
            <pc:sldMk cId="1420829986" sldId="279"/>
            <ac:spMk id="6" creationId="{5EA62BB8-8E75-A8B4-16C5-5DD0C41B9075}"/>
          </ac:spMkLst>
        </pc:spChg>
      </pc:sldChg>
      <pc:sldChg chg="addSp delSp modSp add mod">
        <pc:chgData name="neka shri" userId="3f2070b797ea8ef6" providerId="LiveId" clId="{8F937C69-E48B-45A8-9494-5506A25A1403}" dt="2025-05-30T10:41:37.777" v="294" actId="1076"/>
        <pc:sldMkLst>
          <pc:docMk/>
          <pc:sldMk cId="836171512" sldId="280"/>
        </pc:sldMkLst>
        <pc:spChg chg="mod">
          <ac:chgData name="neka shri" userId="3f2070b797ea8ef6" providerId="LiveId" clId="{8F937C69-E48B-45A8-9494-5506A25A1403}" dt="2025-05-30T10:41:37.777" v="294" actId="1076"/>
          <ac:spMkLst>
            <pc:docMk/>
            <pc:sldMk cId="836171512" sldId="280"/>
            <ac:spMk id="2" creationId="{2F3DDC5E-6A7E-DB87-1CF3-4EFDCEB0E5E7}"/>
          </ac:spMkLst>
        </pc:spChg>
        <pc:spChg chg="add mod">
          <ac:chgData name="neka shri" userId="3f2070b797ea8ef6" providerId="LiveId" clId="{8F937C69-E48B-45A8-9494-5506A25A1403}" dt="2025-05-28T04:02:50.879" v="88" actId="20577"/>
          <ac:spMkLst>
            <pc:docMk/>
            <pc:sldMk cId="836171512" sldId="280"/>
            <ac:spMk id="7" creationId="{D19907EB-7ADE-DAED-EB27-1E038404DC10}"/>
          </ac:spMkLst>
        </pc:spChg>
      </pc:sldChg>
      <pc:sldChg chg="new del">
        <pc:chgData name="neka shri" userId="3f2070b797ea8ef6" providerId="LiveId" clId="{8F937C69-E48B-45A8-9494-5506A25A1403}" dt="2025-05-28T03:56:09.559" v="52" actId="47"/>
        <pc:sldMkLst>
          <pc:docMk/>
          <pc:sldMk cId="1857493133" sldId="280"/>
        </pc:sldMkLst>
      </pc:sldChg>
      <pc:sldChg chg="addSp delSp modSp add mod">
        <pc:chgData name="neka shri" userId="3f2070b797ea8ef6" providerId="LiveId" clId="{8F937C69-E48B-45A8-9494-5506A25A1403}" dt="2025-05-30T10:44:16.310" v="303" actId="14100"/>
        <pc:sldMkLst>
          <pc:docMk/>
          <pc:sldMk cId="1559581454" sldId="281"/>
        </pc:sldMkLst>
        <pc:spChg chg="mod">
          <ac:chgData name="neka shri" userId="3f2070b797ea8ef6" providerId="LiveId" clId="{8F937C69-E48B-45A8-9494-5506A25A1403}" dt="2025-05-30T10:42:00.232" v="295" actId="255"/>
          <ac:spMkLst>
            <pc:docMk/>
            <pc:sldMk cId="1559581454" sldId="281"/>
            <ac:spMk id="2" creationId="{8A9B5130-AC08-856C-4A2D-C264B9473264}"/>
          </ac:spMkLst>
        </pc:spChg>
        <pc:spChg chg="del mod">
          <ac:chgData name="neka shri" userId="3f2070b797ea8ef6" providerId="LiveId" clId="{8F937C69-E48B-45A8-9494-5506A25A1403}" dt="2025-05-30T10:38:13.848" v="243"/>
          <ac:spMkLst>
            <pc:docMk/>
            <pc:sldMk cId="1559581454" sldId="281"/>
            <ac:spMk id="6" creationId="{DAD201AF-FAA8-73D7-1BEB-777DF62AA6B6}"/>
          </ac:spMkLst>
        </pc:spChg>
        <pc:picChg chg="add mod">
          <ac:chgData name="neka shri" userId="3f2070b797ea8ef6" providerId="LiveId" clId="{8F937C69-E48B-45A8-9494-5506A25A1403}" dt="2025-05-30T10:42:06.319" v="296"/>
          <ac:picMkLst>
            <pc:docMk/>
            <pc:sldMk cId="1559581454" sldId="281"/>
            <ac:picMk id="3" creationId="{B5D13CDC-0F5F-3750-8DF3-9CB1D4336208}"/>
          </ac:picMkLst>
        </pc:picChg>
        <pc:picChg chg="add mod">
          <ac:chgData name="neka shri" userId="3f2070b797ea8ef6" providerId="LiveId" clId="{8F937C69-E48B-45A8-9494-5506A25A1403}" dt="2025-05-30T10:42:18.709" v="298" actId="1076"/>
          <ac:picMkLst>
            <pc:docMk/>
            <pc:sldMk cId="1559581454" sldId="281"/>
            <ac:picMk id="4" creationId="{4B1DCC3F-759D-58D7-C260-1DE465568FD5}"/>
          </ac:picMkLst>
        </pc:picChg>
        <pc:picChg chg="add mod">
          <ac:chgData name="neka shri" userId="3f2070b797ea8ef6" providerId="LiveId" clId="{8F937C69-E48B-45A8-9494-5506A25A1403}" dt="2025-05-30T10:44:16.310" v="303" actId="14100"/>
          <ac:picMkLst>
            <pc:docMk/>
            <pc:sldMk cId="1559581454" sldId="281"/>
            <ac:picMk id="7" creationId="{F5101ECF-179E-CFC6-A1F4-2828B51A8B2C}"/>
          </ac:picMkLst>
        </pc:picChg>
      </pc:sldChg>
      <pc:sldChg chg="addSp delSp modSp add mod">
        <pc:chgData name="neka shri" userId="3f2070b797ea8ef6" providerId="LiveId" clId="{8F937C69-E48B-45A8-9494-5506A25A1403}" dt="2025-05-30T10:45:29.874" v="308" actId="1076"/>
        <pc:sldMkLst>
          <pc:docMk/>
          <pc:sldMk cId="1923725995" sldId="282"/>
        </pc:sldMkLst>
        <pc:picChg chg="add mod">
          <ac:chgData name="neka shri" userId="3f2070b797ea8ef6" providerId="LiveId" clId="{8F937C69-E48B-45A8-9494-5506A25A1403}" dt="2025-05-30T10:45:29.874" v="308" actId="1076"/>
          <ac:picMkLst>
            <pc:docMk/>
            <pc:sldMk cId="1923725995" sldId="282"/>
            <ac:picMk id="6" creationId="{034E815E-C6A4-A2DE-B9A4-29A23341B9A5}"/>
          </ac:picMkLst>
        </pc:picChg>
        <pc:picChg chg="del">
          <ac:chgData name="neka shri" userId="3f2070b797ea8ef6" providerId="LiveId" clId="{8F937C69-E48B-45A8-9494-5506A25A1403}" dt="2025-05-30T10:44:34.189" v="305" actId="478"/>
          <ac:picMkLst>
            <pc:docMk/>
            <pc:sldMk cId="1923725995" sldId="282"/>
            <ac:picMk id="7" creationId="{C3E87C5A-C6EC-C383-82CF-13215BA36B5C}"/>
          </ac:picMkLst>
        </pc:picChg>
      </pc:sldChg>
      <pc:sldChg chg="addSp delSp modSp add mod">
        <pc:chgData name="neka shri" userId="3f2070b797ea8ef6" providerId="LiveId" clId="{8F937C69-E48B-45A8-9494-5506A25A1403}" dt="2025-05-30T10:48:52.006" v="326" actId="1076"/>
        <pc:sldMkLst>
          <pc:docMk/>
          <pc:sldMk cId="1460047671" sldId="283"/>
        </pc:sldMkLst>
        <pc:spChg chg="mod">
          <ac:chgData name="neka shri" userId="3f2070b797ea8ef6" providerId="LiveId" clId="{8F937C69-E48B-45A8-9494-5506A25A1403}" dt="2025-05-30T10:47:30.640" v="318" actId="1076"/>
          <ac:spMkLst>
            <pc:docMk/>
            <pc:sldMk cId="1460047671" sldId="283"/>
            <ac:spMk id="2" creationId="{F6C9A32E-997D-0E3B-C4A4-A3FC2054F4F1}"/>
          </ac:spMkLst>
        </pc:spChg>
        <pc:picChg chg="del">
          <ac:chgData name="neka shri" userId="3f2070b797ea8ef6" providerId="LiveId" clId="{8F937C69-E48B-45A8-9494-5506A25A1403}" dt="2025-05-30T10:47:18.030" v="310" actId="478"/>
          <ac:picMkLst>
            <pc:docMk/>
            <pc:sldMk cId="1460047671" sldId="283"/>
            <ac:picMk id="6" creationId="{FDD356E8-4239-F85D-7BFE-C1D52E64E90C}"/>
          </ac:picMkLst>
        </pc:picChg>
        <pc:picChg chg="add mod">
          <ac:chgData name="neka shri" userId="3f2070b797ea8ef6" providerId="LiveId" clId="{8F937C69-E48B-45A8-9494-5506A25A1403}" dt="2025-05-30T10:48:52.006" v="326" actId="1076"/>
          <ac:picMkLst>
            <pc:docMk/>
            <pc:sldMk cId="1460047671" sldId="283"/>
            <ac:picMk id="1026" creationId="{69140BDE-127F-BEE5-632D-E975D5248458}"/>
          </ac:picMkLst>
        </pc:picChg>
        <pc:picChg chg="add mod">
          <ac:chgData name="neka shri" userId="3f2070b797ea8ef6" providerId="LiveId" clId="{8F937C69-E48B-45A8-9494-5506A25A1403}" dt="2025-05-30T10:48:48.420" v="325" actId="14100"/>
          <ac:picMkLst>
            <pc:docMk/>
            <pc:sldMk cId="1460047671" sldId="283"/>
            <ac:picMk id="1027" creationId="{2030D5F3-5362-EAE4-11EE-4F396AEBB375}"/>
          </ac:picMkLst>
        </pc:picChg>
      </pc:sldChg>
      <pc:sldChg chg="addSp delSp modSp add">
        <pc:chgData name="neka shri" userId="3f2070b797ea8ef6" providerId="LiveId" clId="{8F937C69-E48B-45A8-9494-5506A25A1403}" dt="2025-05-30T10:49:30.138" v="337" actId="1076"/>
        <pc:sldMkLst>
          <pc:docMk/>
          <pc:sldMk cId="889868937" sldId="284"/>
        </pc:sldMkLst>
        <pc:picChg chg="del">
          <ac:chgData name="neka shri" userId="3f2070b797ea8ef6" providerId="LiveId" clId="{8F937C69-E48B-45A8-9494-5506A25A1403}" dt="2025-05-30T10:49:00.861" v="328" actId="478"/>
          <ac:picMkLst>
            <pc:docMk/>
            <pc:sldMk cId="889868937" sldId="284"/>
            <ac:picMk id="1026" creationId="{5F77B41C-9233-77B0-B145-2D020B89D167}"/>
          </ac:picMkLst>
        </pc:picChg>
        <pc:picChg chg="del">
          <ac:chgData name="neka shri" userId="3f2070b797ea8ef6" providerId="LiveId" clId="{8F937C69-E48B-45A8-9494-5506A25A1403}" dt="2025-05-30T10:49:02.245" v="329" actId="478"/>
          <ac:picMkLst>
            <pc:docMk/>
            <pc:sldMk cId="889868937" sldId="284"/>
            <ac:picMk id="1027" creationId="{6DA354A2-8752-FDD2-ACB5-0193FB20221F}"/>
          </ac:picMkLst>
        </pc:picChg>
        <pc:picChg chg="add mod">
          <ac:chgData name="neka shri" userId="3f2070b797ea8ef6" providerId="LiveId" clId="{8F937C69-E48B-45A8-9494-5506A25A1403}" dt="2025-05-30T10:49:15.107" v="333" actId="1076"/>
          <ac:picMkLst>
            <pc:docMk/>
            <pc:sldMk cId="889868937" sldId="284"/>
            <ac:picMk id="2050" creationId="{EAF19BB1-FE1A-827A-24B0-10FBB5BC5EFD}"/>
          </ac:picMkLst>
        </pc:picChg>
        <pc:picChg chg="add mod">
          <ac:chgData name="neka shri" userId="3f2070b797ea8ef6" providerId="LiveId" clId="{8F937C69-E48B-45A8-9494-5506A25A1403}" dt="2025-05-30T10:49:30.138" v="337" actId="1076"/>
          <ac:picMkLst>
            <pc:docMk/>
            <pc:sldMk cId="889868937" sldId="284"/>
            <ac:picMk id="2051" creationId="{EAA45DF4-C2C5-875D-CAF9-E590B06434FA}"/>
          </ac:picMkLst>
        </pc:picChg>
      </pc:sldChg>
    </pc:docChg>
  </pc:docChgLst>
  <pc:docChgLst>
    <pc:chgData name="neka shri" userId="3f2070b797ea8ef6" providerId="LiveId" clId="{711074EC-7463-4C6E-B469-57FDF9AE1673}"/>
    <pc:docChg chg="undo custSel addSld modSld">
      <pc:chgData name="neka shri" userId="3f2070b797ea8ef6" providerId="LiveId" clId="{711074EC-7463-4C6E-B469-57FDF9AE1673}" dt="2025-03-01T08:29:30.486" v="302" actId="20577"/>
      <pc:docMkLst>
        <pc:docMk/>
      </pc:docMkLst>
      <pc:sldChg chg="modSp mod">
        <pc:chgData name="neka shri" userId="3f2070b797ea8ef6" providerId="LiveId" clId="{711074EC-7463-4C6E-B469-57FDF9AE1673}" dt="2025-03-01T05:04:52.964" v="113" actId="1076"/>
        <pc:sldMkLst>
          <pc:docMk/>
          <pc:sldMk cId="0" sldId="256"/>
        </pc:sldMkLst>
        <pc:picChg chg="mod">
          <ac:chgData name="neka shri" userId="3f2070b797ea8ef6" providerId="LiveId" clId="{711074EC-7463-4C6E-B469-57FDF9AE1673}" dt="2025-03-01T05:04:44.314" v="112" actId="1076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neka shri" userId="3f2070b797ea8ef6" providerId="LiveId" clId="{711074EC-7463-4C6E-B469-57FDF9AE1673}" dt="2025-03-01T05:04:52.964" v="113" actId="1076"/>
          <ac:picMkLst>
            <pc:docMk/>
            <pc:sldMk cId="0" sldId="256"/>
            <ac:picMk id="6" creationId="{00000000-0000-0000-0000-000000000000}"/>
          </ac:picMkLst>
        </pc:picChg>
      </pc:sldChg>
      <pc:sldChg chg="modSp mod">
        <pc:chgData name="neka shri" userId="3f2070b797ea8ef6" providerId="LiveId" clId="{711074EC-7463-4C6E-B469-57FDF9AE1673}" dt="2025-03-01T05:06:08.970" v="130" actId="20577"/>
        <pc:sldMkLst>
          <pc:docMk/>
          <pc:sldMk cId="0" sldId="257"/>
        </pc:sldMkLst>
        <pc:spChg chg="mod">
          <ac:chgData name="neka shri" userId="3f2070b797ea8ef6" providerId="LiveId" clId="{711074EC-7463-4C6E-B469-57FDF9AE1673}" dt="2025-03-01T02:44:00.971" v="106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neka shri" userId="3f2070b797ea8ef6" providerId="LiveId" clId="{711074EC-7463-4C6E-B469-57FDF9AE1673}" dt="2025-03-01T05:06:08.970" v="13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eka shri" userId="3f2070b797ea8ef6" providerId="LiveId" clId="{711074EC-7463-4C6E-B469-57FDF9AE1673}" dt="2025-03-01T07:58:57.147" v="229" actId="20577"/>
        <pc:sldMkLst>
          <pc:docMk/>
          <pc:sldMk cId="0" sldId="258"/>
        </pc:sldMkLst>
        <pc:spChg chg="mod">
          <ac:chgData name="neka shri" userId="3f2070b797ea8ef6" providerId="LiveId" clId="{711074EC-7463-4C6E-B469-57FDF9AE1673}" dt="2025-03-01T02:43:55.183" v="10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neka shri" userId="3f2070b797ea8ef6" providerId="LiveId" clId="{711074EC-7463-4C6E-B469-57FDF9AE1673}" dt="2025-03-01T07:58:57.147" v="229" actId="20577"/>
          <ac:spMkLst>
            <pc:docMk/>
            <pc:sldMk cId="0" sldId="258"/>
            <ac:spMk id="9" creationId="{40DA6ABB-CCFF-B442-4792-950381D187EA}"/>
          </ac:spMkLst>
        </pc:spChg>
        <pc:picChg chg="mod">
          <ac:chgData name="neka shri" userId="3f2070b797ea8ef6" providerId="LiveId" clId="{711074EC-7463-4C6E-B469-57FDF9AE1673}" dt="2025-03-01T05:13:30.329" v="132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neka shri" userId="3f2070b797ea8ef6" providerId="LiveId" clId="{711074EC-7463-4C6E-B469-57FDF9AE1673}" dt="2025-03-01T05:13:37.075" v="133" actId="1076"/>
          <ac:picMkLst>
            <pc:docMk/>
            <pc:sldMk cId="0" sldId="258"/>
            <ac:picMk id="8" creationId="{00000000-0000-0000-0000-000000000000}"/>
          </ac:picMkLst>
        </pc:picChg>
      </pc:sldChg>
      <pc:sldChg chg="modSp mod">
        <pc:chgData name="neka shri" userId="3f2070b797ea8ef6" providerId="LiveId" clId="{711074EC-7463-4C6E-B469-57FDF9AE1673}" dt="2025-03-01T08:29:30.486" v="302" actId="20577"/>
        <pc:sldMkLst>
          <pc:docMk/>
          <pc:sldMk cId="0" sldId="259"/>
        </pc:sldMkLst>
        <pc:spChg chg="mod">
          <ac:chgData name="neka shri" userId="3f2070b797ea8ef6" providerId="LiveId" clId="{711074EC-7463-4C6E-B469-57FDF9AE1673}" dt="2025-03-01T02:43:48.845" v="104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neka shri" userId="3f2070b797ea8ef6" providerId="LiveId" clId="{711074EC-7463-4C6E-B469-57FDF9AE1673}" dt="2025-03-01T08:29:30.486" v="302" actId="20577"/>
          <ac:spMkLst>
            <pc:docMk/>
            <pc:sldMk cId="0" sldId="259"/>
            <ac:spMk id="7" creationId="{BD648FD4-FAF5-CAFC-321D-156ECE64E862}"/>
          </ac:spMkLst>
        </pc:spChg>
      </pc:sldChg>
      <pc:sldChg chg="modSp mod setBg">
        <pc:chgData name="neka shri" userId="3f2070b797ea8ef6" providerId="LiveId" clId="{711074EC-7463-4C6E-B469-57FDF9AE1673}" dt="2025-03-01T06:30:03.175" v="222"/>
        <pc:sldMkLst>
          <pc:docMk/>
          <pc:sldMk cId="0" sldId="260"/>
        </pc:sldMkLst>
        <pc:spChg chg="mod">
          <ac:chgData name="neka shri" userId="3f2070b797ea8ef6" providerId="LiveId" clId="{711074EC-7463-4C6E-B469-57FDF9AE1673}" dt="2025-03-01T06:24:49.574" v="157" actId="1076"/>
          <ac:spMkLst>
            <pc:docMk/>
            <pc:sldMk cId="0" sldId="260"/>
            <ac:spMk id="2" creationId="{00000000-0000-0000-0000-000000000000}"/>
          </ac:spMkLst>
        </pc:spChg>
        <pc:picChg chg="mod">
          <ac:chgData name="neka shri" userId="3f2070b797ea8ef6" providerId="LiveId" clId="{711074EC-7463-4C6E-B469-57FDF9AE1673}" dt="2025-03-01T06:25:00.746" v="159" actId="1076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neka shri" userId="3f2070b797ea8ef6" providerId="LiveId" clId="{711074EC-7463-4C6E-B469-57FDF9AE1673}" dt="2025-03-01T06:24:57.010" v="158" actId="1076"/>
          <ac:picMkLst>
            <pc:docMk/>
            <pc:sldMk cId="0" sldId="260"/>
            <ac:picMk id="4" creationId="{00000000-0000-0000-0000-000000000000}"/>
          </ac:picMkLst>
        </pc:picChg>
      </pc:sldChg>
      <pc:sldChg chg="addSp delSp modSp mod">
        <pc:chgData name="neka shri" userId="3f2070b797ea8ef6" providerId="LiveId" clId="{711074EC-7463-4C6E-B469-57FDF9AE1673}" dt="2025-03-01T07:26:20.050" v="225" actId="1076"/>
        <pc:sldMkLst>
          <pc:docMk/>
          <pc:sldMk cId="0" sldId="261"/>
        </pc:sldMkLst>
        <pc:spChg chg="mod">
          <ac:chgData name="neka shri" userId="3f2070b797ea8ef6" providerId="LiveId" clId="{711074EC-7463-4C6E-B469-57FDF9AE1673}" dt="2025-03-01T06:32:10.166" v="223" actId="14100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neka shri" userId="3f2070b797ea8ef6" providerId="LiveId" clId="{711074EC-7463-4C6E-B469-57FDF9AE1673}" dt="2025-03-01T02:42:15.012" v="80" actId="5793"/>
          <ac:spMkLst>
            <pc:docMk/>
            <pc:sldMk cId="0" sldId="261"/>
            <ac:spMk id="6" creationId="{50D2E471-F363-B6F7-2C9D-30CBD727AB68}"/>
          </ac:spMkLst>
        </pc:spChg>
        <pc:picChg chg="mod">
          <ac:chgData name="neka shri" userId="3f2070b797ea8ef6" providerId="LiveId" clId="{711074EC-7463-4C6E-B469-57FDF9AE1673}" dt="2025-03-01T02:41:29.775" v="70" actId="1076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neka shri" userId="3f2070b797ea8ef6" providerId="LiveId" clId="{711074EC-7463-4C6E-B469-57FDF9AE1673}" dt="2025-03-01T07:26:20.050" v="225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neka shri" userId="3f2070b797ea8ef6" providerId="LiveId" clId="{711074EC-7463-4C6E-B469-57FDF9AE1673}" dt="2025-03-01T08:05:29.561" v="261" actId="20577"/>
        <pc:sldMkLst>
          <pc:docMk/>
          <pc:sldMk cId="0" sldId="262"/>
        </pc:sldMkLst>
        <pc:spChg chg="mod">
          <ac:chgData name="neka shri" userId="3f2070b797ea8ef6" providerId="LiveId" clId="{711074EC-7463-4C6E-B469-57FDF9AE1673}" dt="2025-03-01T02:44:19.702" v="107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neka shri" userId="3f2070b797ea8ef6" providerId="LiveId" clId="{711074EC-7463-4C6E-B469-57FDF9AE1673}" dt="2025-03-01T08:05:29.561" v="26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eka shri" userId="3f2070b797ea8ef6" providerId="LiveId" clId="{711074EC-7463-4C6E-B469-57FDF9AE1673}" dt="2025-03-01T02:44:28.797" v="109" actId="207"/>
        <pc:sldMkLst>
          <pc:docMk/>
          <pc:sldMk cId="3027205704" sldId="273"/>
        </pc:sldMkLst>
      </pc:sldChg>
      <pc:sldChg chg="modSp mod">
        <pc:chgData name="neka shri" userId="3f2070b797ea8ef6" providerId="LiveId" clId="{711074EC-7463-4C6E-B469-57FDF9AE1673}" dt="2025-03-01T08:07:55.096" v="271" actId="20577"/>
        <pc:sldMkLst>
          <pc:docMk/>
          <pc:sldMk cId="774545948" sldId="276"/>
        </pc:sldMkLst>
        <pc:spChg chg="mod">
          <ac:chgData name="neka shri" userId="3f2070b797ea8ef6" providerId="LiveId" clId="{711074EC-7463-4C6E-B469-57FDF9AE1673}" dt="2025-03-01T02:44:36.078" v="110" actId="207"/>
          <ac:spMkLst>
            <pc:docMk/>
            <pc:sldMk cId="774545948" sldId="276"/>
            <ac:spMk id="2" creationId="{7B1C5835-A9F8-5FF1-B0F7-6EB4516154B2}"/>
          </ac:spMkLst>
        </pc:spChg>
        <pc:spChg chg="mod">
          <ac:chgData name="neka shri" userId="3f2070b797ea8ef6" providerId="LiveId" clId="{711074EC-7463-4C6E-B469-57FDF9AE1673}" dt="2025-03-01T08:07:55.096" v="271" actId="20577"/>
          <ac:spMkLst>
            <pc:docMk/>
            <pc:sldMk cId="774545948" sldId="276"/>
            <ac:spMk id="7" creationId="{4251ECB3-E166-4393-1DE7-CD47918E8FFA}"/>
          </ac:spMkLst>
        </pc:spChg>
      </pc:sldChg>
      <pc:sldChg chg="modSp mod">
        <pc:chgData name="neka shri" userId="3f2070b797ea8ef6" providerId="LiveId" clId="{711074EC-7463-4C6E-B469-57FDF9AE1673}" dt="2025-03-01T08:07:22.599" v="270"/>
        <pc:sldMkLst>
          <pc:docMk/>
          <pc:sldMk cId="211436721" sldId="277"/>
        </pc:sldMkLst>
        <pc:spChg chg="mod">
          <ac:chgData name="neka shri" userId="3f2070b797ea8ef6" providerId="LiveId" clId="{711074EC-7463-4C6E-B469-57FDF9AE1673}" dt="2025-03-01T02:44:44.843" v="111" actId="207"/>
          <ac:spMkLst>
            <pc:docMk/>
            <pc:sldMk cId="211436721" sldId="277"/>
            <ac:spMk id="2" creationId="{7C0EB3EF-55DC-A77F-4F93-A226C2A98579}"/>
          </ac:spMkLst>
        </pc:spChg>
      </pc:sldChg>
      <pc:sldChg chg="modSp add mod">
        <pc:chgData name="neka shri" userId="3f2070b797ea8ef6" providerId="LiveId" clId="{711074EC-7463-4C6E-B469-57FDF9AE1673}" dt="2025-03-01T02:42:23.932" v="81" actId="12"/>
        <pc:sldMkLst>
          <pc:docMk/>
          <pc:sldMk cId="238665097" sldId="278"/>
        </pc:sldMkLst>
        <pc:spChg chg="mod">
          <ac:chgData name="neka shri" userId="3f2070b797ea8ef6" providerId="LiveId" clId="{711074EC-7463-4C6E-B469-57FDF9AE1673}" dt="2025-03-01T02:42:23.932" v="81" actId="12"/>
          <ac:spMkLst>
            <pc:docMk/>
            <pc:sldMk cId="238665097" sldId="278"/>
            <ac:spMk id="6" creationId="{2285A58D-1620-0140-AAB2-3FC757DB5FF8}"/>
          </ac:spMkLst>
        </pc:spChg>
      </pc:sldChg>
    </pc:docChg>
  </pc:docChgLst>
  <pc:docChgLst>
    <pc:chgData name="neka shri" userId="3f2070b797ea8ef6" providerId="LiveId" clId="{8D6C5DC6-0F04-4240-B41C-C22AE2091D20}"/>
    <pc:docChg chg="undo custSel addSld modSld">
      <pc:chgData name="neka shri" userId="3f2070b797ea8ef6" providerId="LiveId" clId="{8D6C5DC6-0F04-4240-B41C-C22AE2091D20}" dt="2025-04-25T03:51:03.148" v="114" actId="20577"/>
      <pc:docMkLst>
        <pc:docMk/>
      </pc:docMkLst>
      <pc:sldChg chg="addSp modSp mod">
        <pc:chgData name="neka shri" userId="3f2070b797ea8ef6" providerId="LiveId" clId="{8D6C5DC6-0F04-4240-B41C-C22AE2091D20}" dt="2025-04-25T03:32:53.965" v="64" actId="2710"/>
        <pc:sldMkLst>
          <pc:docMk/>
          <pc:sldMk cId="0" sldId="259"/>
        </pc:sldMkLst>
        <pc:spChg chg="mod">
          <ac:chgData name="neka shri" userId="3f2070b797ea8ef6" providerId="LiveId" clId="{8D6C5DC6-0F04-4240-B41C-C22AE2091D20}" dt="2025-04-25T03:32:53.965" v="64" actId="2710"/>
          <ac:spMkLst>
            <pc:docMk/>
            <pc:sldMk cId="0" sldId="259"/>
            <ac:spMk id="7" creationId="{BD648FD4-FAF5-CAFC-321D-156ECE64E862}"/>
          </ac:spMkLst>
        </pc:spChg>
      </pc:sldChg>
      <pc:sldChg chg="modSp">
        <pc:chgData name="neka shri" userId="3f2070b797ea8ef6" providerId="LiveId" clId="{8D6C5DC6-0F04-4240-B41C-C22AE2091D20}" dt="2025-04-25T03:50:51.414" v="112" actId="14100"/>
        <pc:sldMkLst>
          <pc:docMk/>
          <pc:sldMk cId="0" sldId="261"/>
        </pc:sldMkLst>
        <pc:spChg chg="mod">
          <ac:chgData name="neka shri" userId="3f2070b797ea8ef6" providerId="LiveId" clId="{8D6C5DC6-0F04-4240-B41C-C22AE2091D20}" dt="2025-04-25T03:50:51.414" v="112" actId="14100"/>
          <ac:spMkLst>
            <pc:docMk/>
            <pc:sldMk cId="0" sldId="261"/>
            <ac:spMk id="6" creationId="{50D2E471-F363-B6F7-2C9D-30CBD727AB68}"/>
          </ac:spMkLst>
        </pc:spChg>
      </pc:sldChg>
      <pc:sldChg chg="modSp mod">
        <pc:chgData name="neka shri" userId="3f2070b797ea8ef6" providerId="LiveId" clId="{8D6C5DC6-0F04-4240-B41C-C22AE2091D20}" dt="2025-04-25T03:37:53.064" v="92" actId="12"/>
        <pc:sldMkLst>
          <pc:docMk/>
          <pc:sldMk cId="774545948" sldId="276"/>
        </pc:sldMkLst>
        <pc:spChg chg="mod">
          <ac:chgData name="neka shri" userId="3f2070b797ea8ef6" providerId="LiveId" clId="{8D6C5DC6-0F04-4240-B41C-C22AE2091D20}" dt="2025-04-25T03:37:53.064" v="92" actId="12"/>
          <ac:spMkLst>
            <pc:docMk/>
            <pc:sldMk cId="774545948" sldId="276"/>
            <ac:spMk id="7" creationId="{4251ECB3-E166-4393-1DE7-CD47918E8FFA}"/>
          </ac:spMkLst>
        </pc:spChg>
        <pc:picChg chg="mod">
          <ac:chgData name="neka shri" userId="3f2070b797ea8ef6" providerId="LiveId" clId="{8D6C5DC6-0F04-4240-B41C-C22AE2091D20}" dt="2025-04-25T03:36:44.990" v="74" actId="1076"/>
          <ac:picMkLst>
            <pc:docMk/>
            <pc:sldMk cId="774545948" sldId="276"/>
            <ac:picMk id="4" creationId="{E5CCAEA2-E2F1-E67F-4594-07EE3A7A73F3}"/>
          </ac:picMkLst>
        </pc:picChg>
        <pc:picChg chg="mod">
          <ac:chgData name="neka shri" userId="3f2070b797ea8ef6" providerId="LiveId" clId="{8D6C5DC6-0F04-4240-B41C-C22AE2091D20}" dt="2025-04-25T03:36:48.500" v="75" actId="1076"/>
          <ac:picMkLst>
            <pc:docMk/>
            <pc:sldMk cId="774545948" sldId="276"/>
            <ac:picMk id="5" creationId="{6C2E9474-D9B2-AB4B-1171-9363FC9768AA}"/>
          </ac:picMkLst>
        </pc:picChg>
      </pc:sldChg>
      <pc:sldChg chg="addSp delSp modSp mod">
        <pc:chgData name="neka shri" userId="3f2070b797ea8ef6" providerId="LiveId" clId="{8D6C5DC6-0F04-4240-B41C-C22AE2091D20}" dt="2025-04-25T03:37:44.552" v="91" actId="113"/>
        <pc:sldMkLst>
          <pc:docMk/>
          <pc:sldMk cId="211436721" sldId="277"/>
        </pc:sldMkLst>
        <pc:spChg chg="add mod">
          <ac:chgData name="neka shri" userId="3f2070b797ea8ef6" providerId="LiveId" clId="{8D6C5DC6-0F04-4240-B41C-C22AE2091D20}" dt="2025-04-25T03:37:44.552" v="91" actId="113"/>
          <ac:spMkLst>
            <pc:docMk/>
            <pc:sldMk cId="211436721" sldId="277"/>
            <ac:spMk id="8" creationId="{4DD37717-27FC-5D23-0A2B-5610AE3555AF}"/>
          </ac:spMkLst>
        </pc:spChg>
      </pc:sldChg>
      <pc:sldChg chg="modSp mod">
        <pc:chgData name="neka shri" userId="3f2070b797ea8ef6" providerId="LiveId" clId="{8D6C5DC6-0F04-4240-B41C-C22AE2091D20}" dt="2025-04-25T03:51:03.148" v="114" actId="20577"/>
        <pc:sldMkLst>
          <pc:docMk/>
          <pc:sldMk cId="238665097" sldId="278"/>
        </pc:sldMkLst>
        <pc:spChg chg="mod">
          <ac:chgData name="neka shri" userId="3f2070b797ea8ef6" providerId="LiveId" clId="{8D6C5DC6-0F04-4240-B41C-C22AE2091D20}" dt="2025-04-25T03:51:03.148" v="114" actId="20577"/>
          <ac:spMkLst>
            <pc:docMk/>
            <pc:sldMk cId="238665097" sldId="278"/>
            <ac:spMk id="6" creationId="{2285A58D-1620-0140-AAB2-3FC757DB5FF8}"/>
          </ac:spMkLst>
        </pc:spChg>
      </pc:sldChg>
      <pc:sldChg chg="addSp delSp modSp new mod">
        <pc:chgData name="neka shri" userId="3f2070b797ea8ef6" providerId="LiveId" clId="{8D6C5DC6-0F04-4240-B41C-C22AE2091D20}" dt="2025-04-25T03:39:49.382" v="109" actId="255"/>
        <pc:sldMkLst>
          <pc:docMk/>
          <pc:sldMk cId="1420829986" sldId="279"/>
        </pc:sldMkLst>
        <pc:spChg chg="mod">
          <ac:chgData name="neka shri" userId="3f2070b797ea8ef6" providerId="LiveId" clId="{8D6C5DC6-0F04-4240-B41C-C22AE2091D20}" dt="2025-04-25T03:29:13.055" v="45" actId="1076"/>
          <ac:spMkLst>
            <pc:docMk/>
            <pc:sldMk cId="1420829986" sldId="279"/>
            <ac:spMk id="2" creationId="{289542AA-C30F-B656-82EA-45B591F2035B}"/>
          </ac:spMkLst>
        </pc:spChg>
        <pc:spChg chg="add mod">
          <ac:chgData name="neka shri" userId="3f2070b797ea8ef6" providerId="LiveId" clId="{8D6C5DC6-0F04-4240-B41C-C22AE2091D20}" dt="2025-04-25T03:39:49.382" v="109" actId="255"/>
          <ac:spMkLst>
            <pc:docMk/>
            <pc:sldMk cId="1420829986" sldId="279"/>
            <ac:spMk id="6" creationId="{5EA62BB8-8E75-A8B4-16C5-5DD0C41B90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0CD66-ECA6-44F3-AE2B-AAB10E3EB4B4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3915E-C976-4A03-A56B-D4CCAA42B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95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3915E-C976-4A03-A56B-D4CCAA42BC3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8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5184052"/>
            <a:ext cx="3155950" cy="90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b="1" spc="-80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1900" b="1" spc="-25" dirty="0">
              <a:solidFill>
                <a:srgbClr val="00AFE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lang="en-IN" sz="1900" b="1" spc="-25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NEKASHRI S-</a:t>
            </a:r>
            <a:r>
              <a:rPr lang="en-IN" sz="1900" b="1" spc="-25">
                <a:solidFill>
                  <a:srgbClr val="00AFEF"/>
                </a:solidFill>
                <a:latin typeface="Arial"/>
                <a:cs typeface="Arial"/>
              </a:rPr>
              <a:t>2303811724322073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4978"/>
            <a:ext cx="1057189" cy="1048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06320" marR="5080" indent="-1417955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(AUTONOMOUS),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TRICHY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6632" y="1698193"/>
            <a:ext cx="98705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 marR="5080" indent="-1899285" algn="just">
              <a:lnSpc>
                <a:spcPct val="100000"/>
              </a:lnSpc>
              <a:spcBef>
                <a:spcPts val="100"/>
              </a:spcBef>
            </a:pPr>
            <a:r>
              <a:rPr lang="en-US" sz="3600" dirty="0"/>
              <a:t>        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00" y="54978"/>
            <a:ext cx="1155192" cy="11033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76CB27-6084-1003-8A54-C0ACDFB54BB0}"/>
              </a:ext>
            </a:extLst>
          </p:cNvPr>
          <p:cNvSpPr/>
          <p:nvPr/>
        </p:nvSpPr>
        <p:spPr>
          <a:xfrm>
            <a:off x="1726940" y="1698193"/>
            <a:ext cx="873811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Simple Regression Model to Predict Monthly Pocket Money Expenses</a:t>
            </a:r>
            <a:endParaRPr lang="en-US" sz="45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3234" y="128329"/>
            <a:ext cx="7685532" cy="813299"/>
          </a:xfrm>
          <a:prstGeom prst="rect">
            <a:avLst/>
          </a:prstGeom>
        </p:spPr>
        <p:txBody>
          <a:bodyPr vert="horz" wrap="square" lIns="0" tIns="348233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3000" spc="-1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3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447800"/>
            <a:ext cx="4998085" cy="40741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SYSTEM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STRUCTURE USED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SYSTEM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56870" indent="-344170"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45" y="116039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4200" y="116039"/>
            <a:ext cx="1155192" cy="1103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3234" y="97151"/>
            <a:ext cx="7685532" cy="856387"/>
          </a:xfrm>
          <a:prstGeom prst="rect">
            <a:avLst/>
          </a:prstGeom>
        </p:spPr>
        <p:txBody>
          <a:bodyPr vert="horz" wrap="square" lIns="0" tIns="360425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6434734"/>
            <a:ext cx="451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Arial MT"/>
                <a:cs typeface="Arial MT"/>
              </a:rPr>
              <a:t>2/7/20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7151"/>
            <a:ext cx="1057189" cy="10481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408" y="97151"/>
            <a:ext cx="1155192" cy="1103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DA6ABB-CCFF-B442-4792-950381D187EA}"/>
              </a:ext>
            </a:extLst>
          </p:cNvPr>
          <p:cNvSpPr txBox="1"/>
          <p:nvPr/>
        </p:nvSpPr>
        <p:spPr>
          <a:xfrm>
            <a:off x="988688" y="1524000"/>
            <a:ext cx="1051275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and individuals receive pocket money but lack a proper system to track their expenses, leading to inefficient spending habits.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Most individuals do not analyse their spending behavior, resulting in overspending or under-budgeting.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Monthly spending patterns vary due to unexpected expenses, social events, or seasonal changes, making budgeting difficult.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8813" y="112989"/>
            <a:ext cx="7685532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76200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0608" y="76200"/>
            <a:ext cx="1155192" cy="110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648FD4-FAF5-CAFC-321D-156ECE64E862}"/>
              </a:ext>
            </a:extLst>
          </p:cNvPr>
          <p:cNvSpPr txBox="1"/>
          <p:nvPr/>
        </p:nvSpPr>
        <p:spPr>
          <a:xfrm>
            <a:off x="1028700" y="1124327"/>
            <a:ext cx="101346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system to predict monthly pocket money expenses.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key factors such as income, age, and savings to build a predictive model.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upload financial datasets and view visualisations and summaries.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students, researchers, and planners gain insights and improve financial decision-making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Ø"/>
            </a:pP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98339" y="759029"/>
            <a:ext cx="15773400" cy="561692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lang="en-IN"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IN"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IN"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PROPOSED SYSTEM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92870"/>
            <a:ext cx="1057189" cy="10481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6808" y="195348"/>
            <a:ext cx="1155192" cy="11033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6DCFF3-02F8-BCF6-EA19-92235E7BE7BC}"/>
              </a:ext>
            </a:extLst>
          </p:cNvPr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 descr="Financial Data Analysis Flowchart">
            <a:extLst>
              <a:ext uri="{FF2B5EF4-FFF2-40B4-BE49-F238E27FC236}">
                <a16:creationId xmlns:a16="http://schemas.microsoft.com/office/drawing/2014/main" id="{3DB4C9CC-F71E-9D97-8BA9-12A7C669E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00200"/>
            <a:ext cx="48768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-107591"/>
            <a:ext cx="8066532" cy="1286711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755650" lvl="1" indent="-285750" algn="ctr">
              <a:lnSpc>
                <a:spcPct val="100000"/>
              </a:lnSpc>
              <a:spcBef>
                <a:spcPts val="5"/>
              </a:spcBef>
              <a:tabLst>
                <a:tab pos="755650" algn="l"/>
              </a:tabLst>
            </a:pPr>
            <a:r>
              <a:rPr lang="en-I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STRUCTURE USED</a:t>
            </a:r>
            <a:br>
              <a:rPr lang="en-IN" sz="3200" dirty="0">
                <a:latin typeface="Arial"/>
                <a:cs typeface="Arial"/>
              </a:rPr>
            </a:br>
            <a:endParaRPr lang="en-IN"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45" y="75744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9298" y="270805"/>
            <a:ext cx="1155192" cy="110337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0D2E471-F363-B6F7-2C9D-30CBD727A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38300" y="1397913"/>
            <a:ext cx="89154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Frame (data.frame)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tabular data, including income, age, savings, expenses, and category for multiple individuals.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Data Frame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Created separately to store user inputs for making predictions.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Vector (numeric)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continuous values like income, age, savings, and expenses, ensuring proper data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A2C9F8-B50F-E4C4-A8A3-569D1367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3A5D1C-F1C5-104E-296A-9554F8D7B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4569" y="75744"/>
            <a:ext cx="7685532" cy="1286711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755650" lvl="1" indent="-285750" algn="ctr">
              <a:lnSpc>
                <a:spcPct val="100000"/>
              </a:lnSpc>
              <a:spcBef>
                <a:spcPts val="5"/>
              </a:spcBef>
              <a:tabLst>
                <a:tab pos="755650" algn="l"/>
              </a:tabLst>
            </a:pPr>
            <a:r>
              <a:rPr lang="en-I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STRUCTURE USED</a:t>
            </a:r>
            <a:br>
              <a:rPr lang="en-IN" sz="3200" dirty="0">
                <a:latin typeface="Arial"/>
                <a:cs typeface="Arial"/>
              </a:rPr>
            </a:br>
            <a:endParaRPr lang="en-IN" spc="-2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E0A9C93-FCEE-9CD8-8319-76B37EF857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45" y="75744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3918946-828E-97CC-28B4-5B6288601D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4363" y="75744"/>
            <a:ext cx="1155192" cy="110337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285A58D-1620-0140-AAB2-3FC757DB5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38300" y="2259687"/>
            <a:ext cx="8915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 Vector (character)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text-based data such as names and expense categories.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 (factor)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Categorizes expenses to improve statistical modeling and visualization.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C062-8BF4-30C2-C8A5-F84C9562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3DDC5E-6A7E-DB87-1CF3-4EFDCEB0E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0" y="44161"/>
            <a:ext cx="8795765" cy="1009712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  <a:endParaRPr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0AB6AF-0BDD-D7E0-F12F-0CCAF881AF7C}"/>
              </a:ext>
            </a:extLst>
          </p:cNvPr>
          <p:cNvSpPr txBox="1"/>
          <p:nvPr/>
        </p:nvSpPr>
        <p:spPr>
          <a:xfrm>
            <a:off x="685800" y="1752600"/>
            <a:ext cx="10389870" cy="91242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6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3100AD3-642D-68EA-2BF3-C018ADE834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05" y="7620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31EEC66-ADAE-87E1-BEFB-FABF0F33F89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9603" y="134375"/>
            <a:ext cx="1155192" cy="110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9907EB-7ADE-DAED-EB27-1E038404DC10}"/>
              </a:ext>
            </a:extLst>
          </p:cNvPr>
          <p:cNvSpPr txBox="1"/>
          <p:nvPr/>
        </p:nvSpPr>
        <p:spPr>
          <a:xfrm>
            <a:off x="1981200" y="2228479"/>
            <a:ext cx="6096000" cy="2795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Visualisation Module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36171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2D58-0BBA-894B-5F30-3D669351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1C5835-A9F8-5FF1-B0F7-6EB451615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4275" y="2458"/>
            <a:ext cx="7685532" cy="1009712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SYSTEM</a:t>
            </a:r>
            <a:endParaRPr lang="en-IN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5CCAEA2-E2F1-E67F-4594-07EE3A7A73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1" y="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C2E9474-D9B2-AB4B-1171-9363FC9768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2172" y="0"/>
            <a:ext cx="1155192" cy="110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1ECB3-E166-4393-1DE7-CD47918E8FFA}"/>
              </a:ext>
            </a:extLst>
          </p:cNvPr>
          <p:cNvSpPr txBox="1"/>
          <p:nvPr/>
        </p:nvSpPr>
        <p:spPr>
          <a:xfrm>
            <a:off x="914400" y="991388"/>
            <a:ext cx="10973099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 – Allows users to upload a CSV file containing historical pocket money data, including Income, Age, Savings, and Expenses.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 – Validates the uploaded data, and ensures the data is clean and numeric for regression analysis.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 – Builds and trains a linear regression model to forecast monthly Expenses based on the user's Income, Age, and Savings inputs.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4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BF34-EC17-3AA7-9295-9C356112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0EB3EF-55DC-A77F-4F93-A226C2A98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4275" y="2458"/>
            <a:ext cx="7685532" cy="1009712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SYSTEM</a:t>
            </a:r>
            <a:endParaRPr lang="en-IN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04E80EE-7A16-03A9-5C28-6059507E9D2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01" y="129224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7C98DE2-C810-E39C-8E0C-4F28D58F301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49807" y="129224"/>
            <a:ext cx="1155192" cy="11033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D37717-27FC-5D23-0A2B-5610AE3555AF}"/>
              </a:ext>
            </a:extLst>
          </p:cNvPr>
          <p:cNvSpPr txBox="1"/>
          <p:nvPr/>
        </p:nvSpPr>
        <p:spPr>
          <a:xfrm>
            <a:off x="1219200" y="1674674"/>
            <a:ext cx="9451458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Module – Calculates and displays performance metrics like Root Mean Squared Error (RMSE) and R² score to evaluate the model’s accuracy.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Module – Uses scatter plots with regression lines to show the relationship between Income and Expenses, helping to identify trends.</a:t>
            </a:r>
          </a:p>
        </p:txBody>
      </p:sp>
    </p:spTree>
    <p:extLst>
      <p:ext uri="{BB962C8B-B14F-4D97-AF65-F5344CB8AC3E}">
        <p14:creationId xmlns:p14="http://schemas.microsoft.com/office/powerpoint/2010/main" val="21143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4B379-9672-BA31-5783-355309DB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5130-AC08-856C-4A2D-C264B947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304800"/>
            <a:ext cx="7685532" cy="49244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5D13CDC-0F5F-3750-8DF3-9CB1D43362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1" y="129224"/>
            <a:ext cx="1057189" cy="104812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4B1DCC3F-759D-58D7-C260-1DE465568F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129224"/>
            <a:ext cx="1155192" cy="1103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01ECF-179E-CFC6-A1F4-2828B51A8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52265"/>
            <a:ext cx="7086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81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EEA6-539A-7081-D5CA-304FE134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6DA6-ED5F-AE2A-17D4-6F258FBD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304800"/>
            <a:ext cx="7685532" cy="49244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086B167-10B5-F04D-EB16-78BA1E89A7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1" y="129224"/>
            <a:ext cx="1057189" cy="104812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B8A783E5-5C3D-FB90-E33C-6470D667A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129224"/>
            <a:ext cx="1155192" cy="1103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E815E-C6A4-A2DE-B9A4-29A23341B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32600"/>
            <a:ext cx="657736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2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6AFD-4F4D-9DC5-F0E7-3009BB5A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A32E-997D-0E3B-C4A4-A3FC2054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304800"/>
            <a:ext cx="7685532" cy="49244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95E2BBA-A20D-4500-70AE-8788CA5DB0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1" y="129224"/>
            <a:ext cx="1057189" cy="104812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299D115E-3EFA-76E7-5A8C-94CFC8B1AE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129224"/>
            <a:ext cx="1155192" cy="1103376"/>
          </a:xfrm>
          <a:prstGeom prst="rect">
            <a:avLst/>
          </a:prstGeom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9140BDE-127F-BEE5-632D-E975D5248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" y="1524000"/>
            <a:ext cx="5099405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2030D5F3-5362-EAE4-11EE-4F396AEBB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24000"/>
            <a:ext cx="5735638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047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C903-9614-9F2A-32D7-2FC54A72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B101-2CF0-84B7-9F92-1BF1E686B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304800"/>
            <a:ext cx="7685532" cy="49244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BA96D9E-3074-AAAA-944A-1FF250C897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01" y="129224"/>
            <a:ext cx="1057189" cy="104812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3587ED82-8326-7DB7-00A7-116B36B032E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129224"/>
            <a:ext cx="1155192" cy="1103376"/>
          </a:xfrm>
          <a:prstGeom prst="rect">
            <a:avLst/>
          </a:prstGeom>
        </p:spPr>
      </p:pic>
      <p:pic>
        <p:nvPicPr>
          <p:cNvPr id="2050" name="Picture 1">
            <a:extLst>
              <a:ext uri="{FF2B5EF4-FFF2-40B4-BE49-F238E27FC236}">
                <a16:creationId xmlns:a16="http://schemas.microsoft.com/office/drawing/2014/main" id="{EAF19BB1-FE1A-827A-24B0-10FBB5BC5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01" y="1784350"/>
            <a:ext cx="5126038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1">
            <a:extLst>
              <a:ext uri="{FF2B5EF4-FFF2-40B4-BE49-F238E27FC236}">
                <a16:creationId xmlns:a16="http://schemas.microsoft.com/office/drawing/2014/main" id="{EAA45DF4-C2C5-875D-CAF9-E590B064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4350"/>
            <a:ext cx="5349653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986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09712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pc="-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752600"/>
            <a:ext cx="10389870" cy="91242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05" y="76200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9603" y="134375"/>
            <a:ext cx="1155192" cy="11033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5A4E0-DA14-2537-2E0B-D2FCF4C06003}"/>
              </a:ext>
            </a:extLst>
          </p:cNvPr>
          <p:cNvSpPr txBox="1"/>
          <p:nvPr/>
        </p:nvSpPr>
        <p:spPr>
          <a:xfrm>
            <a:off x="685798" y="1752600"/>
            <a:ext cx="10439401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Estimates monthly pocket money expenses using a data-driven model.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Built with free, open-source R software; runs on basic systems.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 Making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Offers insights into spending habits to help plan budgets.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Can include more factors like inflation or savings goals.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Extendable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Easily upgraded to advanced models like multiple regression or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42AA-C30F-B656-82EA-45B591F2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13" y="228600"/>
            <a:ext cx="7685532" cy="615553"/>
          </a:xfrm>
        </p:spPr>
        <p:txBody>
          <a:bodyPr/>
          <a:lstStyle/>
          <a:p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2BB8-8E75-A8B4-16C5-5DD0C41B9075}"/>
              </a:ext>
            </a:extLst>
          </p:cNvPr>
          <p:cNvSpPr txBox="1"/>
          <p:nvPr/>
        </p:nvSpPr>
        <p:spPr>
          <a:xfrm>
            <a:off x="1219200" y="1676400"/>
            <a:ext cx="921760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model's accuracy is evaluated using RMSE and R² metrics, helping users understand the reliability of the predictions.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through scatter plots provides clear insight into the relationship between income and expenses.</a:t>
            </a:r>
          </a:p>
          <a:p>
            <a:pPr marL="285750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can be a useful tool for students and parents to plan and manage pocket money more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829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rot="5400000">
            <a:off x="11734800" y="1752600"/>
            <a:ext cx="334200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800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53778C0-1159-4211-CA5F-535E768BCB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7854" y="1652626"/>
            <a:ext cx="3696292" cy="3552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</TotalTime>
  <Words>554</Words>
  <Application>Microsoft Office PowerPoint</Application>
  <PresentationFormat>Widescreen</PresentationFormat>
  <Paragraphs>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Wingdings</vt:lpstr>
      <vt:lpstr>Office Theme</vt:lpstr>
      <vt:lpstr>K.RAMAKRISHNAN COLLEGE OF TECHNOLOGY (AUTONOMOUS), TRICHY</vt:lpstr>
      <vt:lpstr>PRESENTATION OVERVIEW</vt:lpstr>
      <vt:lpstr>PROBLEM IDENTIFICATION</vt:lpstr>
      <vt:lpstr>OBJECTIVE</vt:lpstr>
      <vt:lpstr>  BLOCK DIAGRAM OF PROPOSED SYSTEM</vt:lpstr>
      <vt:lpstr>R STRUCTURE USED </vt:lpstr>
      <vt:lpstr>R STRUCTURE USED </vt:lpstr>
      <vt:lpstr>LIST OF MODULES</vt:lpstr>
      <vt:lpstr>MODULES OF THE SYSTEM</vt:lpstr>
      <vt:lpstr>MODULES OF THE SYSTEM</vt:lpstr>
      <vt:lpstr>IMPLEMENTATION</vt:lpstr>
      <vt:lpstr>IMPLEMENTATION</vt:lpstr>
      <vt:lpstr>OUTPUT</vt:lpstr>
      <vt:lpstr>OUTPUT</vt:lpstr>
      <vt:lpstr>ADVANTAGES OF PROPOSED SYSTEM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neka shri</cp:lastModifiedBy>
  <cp:revision>6</cp:revision>
  <dcterms:created xsi:type="dcterms:W3CDTF">2024-06-16T11:32:42Z</dcterms:created>
  <dcterms:modified xsi:type="dcterms:W3CDTF">2025-05-30T10:51:33Z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